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4053a562d04c55" /><Relationship Type="http://schemas.openxmlformats.org/officeDocument/2006/relationships/extended-properties" Target="/docProps/app.xml" Id="Re9d7749a63214596" /><Relationship Type="http://schemas.openxmlformats.org/officeDocument/2006/relationships/officeDocument" Target="/ppt/presentation.xml" Id="R15b5eb439f154e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7b8499b8d245e5"/>
  </p:sldMasterIdLst>
  <p:notesMasterIdLst>
    <p:notesMasterId xmlns:r="http://schemas.openxmlformats.org/officeDocument/2006/relationships" r:id="R053477f232a64f3c"/>
  </p:notesMasterIdLst>
  <p:sldIdLst>
    <p:sldId xmlns:r="http://schemas.openxmlformats.org/officeDocument/2006/relationships" id="256" r:id="Rfd543141cc9f4fbd"/>
    <p:sldId xmlns:r="http://schemas.openxmlformats.org/officeDocument/2006/relationships" id="257" r:id="R54a9979a958b412f"/>
    <p:sldId xmlns:r="http://schemas.openxmlformats.org/officeDocument/2006/relationships" id="258" r:id="Ra37eb11fcc5945e6"/>
    <p:sldId xmlns:r="http://schemas.openxmlformats.org/officeDocument/2006/relationships" id="259" r:id="Rb65143706ddc4c60"/>
    <p:sldId xmlns:r="http://schemas.openxmlformats.org/officeDocument/2006/relationships" id="260" r:id="R8bf0147a20384b59"/>
    <p:sldId xmlns:r="http://schemas.openxmlformats.org/officeDocument/2006/relationships" id="261" r:id="Rf659d181c87643ea"/>
    <p:sldId xmlns:r="http://schemas.openxmlformats.org/officeDocument/2006/relationships" id="262" r:id="R7860b4b1756c4f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150d7452f42a2" /><Relationship Type="http://schemas.openxmlformats.org/officeDocument/2006/relationships/slideMaster" Target="/ppt/slideMasters/slideMaster1.xml" Id="R637b8499b8d245e5" /><Relationship Type="http://schemas.openxmlformats.org/officeDocument/2006/relationships/notesMaster" Target="/ppt/notesMasters/notesMaster1.xml" Id="R053477f232a64f3c" /><Relationship Type="http://schemas.openxmlformats.org/officeDocument/2006/relationships/presProps" Target="/ppt/presProps.xml" Id="R7ccade48ebd54069" /><Relationship Type="http://schemas.openxmlformats.org/officeDocument/2006/relationships/tableStyles" Target="/ppt/tableStyles.xml" Id="R0636d16ecb4440aa" /><Relationship Type="http://schemas.openxmlformats.org/officeDocument/2006/relationships/slide" Target="/ppt/slides/slide1.xml" Id="Rfd543141cc9f4fbd" /><Relationship Type="http://schemas.openxmlformats.org/officeDocument/2006/relationships/slide" Target="/ppt/slides/slide2.xml" Id="R54a9979a958b412f" /><Relationship Type="http://schemas.openxmlformats.org/officeDocument/2006/relationships/slide" Target="/ppt/slides/slide3.xml" Id="Ra37eb11fcc5945e6" /><Relationship Type="http://schemas.openxmlformats.org/officeDocument/2006/relationships/slide" Target="/ppt/slides/slide4.xml" Id="Rb65143706ddc4c60" /><Relationship Type="http://schemas.openxmlformats.org/officeDocument/2006/relationships/slide" Target="/ppt/slides/slide5.xml" Id="R8bf0147a20384b59" /><Relationship Type="http://schemas.openxmlformats.org/officeDocument/2006/relationships/slide" Target="/ppt/slides/slide6.xml" Id="Rf659d181c87643ea" /><Relationship Type="http://schemas.openxmlformats.org/officeDocument/2006/relationships/slide" Target="/ppt/slides/slide7.xml" Id="R7860b4b1756c4f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139b79c757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b619c1aa3b44b4" /><Relationship Type="http://schemas.openxmlformats.org/officeDocument/2006/relationships/notesMaster" Target="/ppt/notesMasters/notesMaster1.xml" Id="Rfb3ed8db858147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ae9a20d4184eac" /><Relationship Type="http://schemas.openxmlformats.org/officeDocument/2006/relationships/notesMaster" Target="/ppt/notesMasters/notesMaster1.xml" Id="Rbce0d33b3ee941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97153a63854e5a" /><Relationship Type="http://schemas.openxmlformats.org/officeDocument/2006/relationships/notesMaster" Target="/ppt/notesMasters/notesMaster1.xml" Id="Rbf05fdffbf974c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be209f3b894a29" /><Relationship Type="http://schemas.openxmlformats.org/officeDocument/2006/relationships/notesMaster" Target="/ppt/notesMasters/notesMaster1.xml" Id="R31b4fd9ccc8f49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89e7f48de646dc" /><Relationship Type="http://schemas.openxmlformats.org/officeDocument/2006/relationships/notesMaster" Target="/ppt/notesMasters/notesMaster1.xml" Id="Rfa69b244fe4749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af6e24958547bc" /><Relationship Type="http://schemas.openxmlformats.org/officeDocument/2006/relationships/notesMaster" Target="/ppt/notesMasters/notesMaster1.xml" Id="R2aa3f3e508b5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b9c02c8b4640c5" /><Relationship Type="http://schemas.openxmlformats.org/officeDocument/2006/relationships/notesMaster" Target="/ppt/notesMasters/notesMaster1.xml" Id="R77280b8148df45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42596517747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944badcb9148c5" /><Relationship Type="http://schemas.openxmlformats.org/officeDocument/2006/relationships/slideLayout" Target="/ppt/slideLayouts/slideLayout1.xml" Id="R1f833e971f70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33e971f70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596982ecb4c73" /><Relationship Type="http://schemas.openxmlformats.org/officeDocument/2006/relationships/image" Target="/ppt/media/image.png" Id="R18aa72628e2441e3" /><Relationship Type="http://schemas.openxmlformats.org/officeDocument/2006/relationships/notesSlide" Target="/ppt/notesSlides/notesSlide1.xml" Id="R4b16957bc4d543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b1de7c6ee43bb" /><Relationship Type="http://schemas.openxmlformats.org/officeDocument/2006/relationships/image" Target="/ppt/media/image2.png" Id="R03696991d5be4e21" /><Relationship Type="http://schemas.openxmlformats.org/officeDocument/2006/relationships/notesSlide" Target="/ppt/notesSlides/notesSlide2.xml" Id="R6af445c26f9244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51e91d9ca4073" /><Relationship Type="http://schemas.openxmlformats.org/officeDocument/2006/relationships/notesSlide" Target="/ppt/notesSlides/notesSlide3.xml" Id="R0f722e620dac46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c458fd27e4b71" /><Relationship Type="http://schemas.openxmlformats.org/officeDocument/2006/relationships/notesSlide" Target="/ppt/notesSlides/notesSlide4.xml" Id="R6babbe14dd8042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46759ec444f40" /><Relationship Type="http://schemas.openxmlformats.org/officeDocument/2006/relationships/image" Target="/ppt/media/image3.png" Id="Ra39ea1f5fab841a6" /><Relationship Type="http://schemas.openxmlformats.org/officeDocument/2006/relationships/image" Target="/ppt/media/image4.png" Id="Re1596f111a62489b" /><Relationship Type="http://schemas.openxmlformats.org/officeDocument/2006/relationships/notesSlide" Target="/ppt/notesSlides/notesSlide5.xml" Id="R719c50170f1041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bbb4e7c1e4f46" /><Relationship Type="http://schemas.openxmlformats.org/officeDocument/2006/relationships/notesSlide" Target="/ppt/notesSlides/notesSlide6.xml" Id="Ra7cbc2f6305f40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1d7c1eaa3421b" /><Relationship Type="http://schemas.openxmlformats.org/officeDocument/2006/relationships/image" Target="/ppt/media/image5.png" Id="R6b425db986c84bf8" /><Relationship Type="http://schemas.openxmlformats.org/officeDocument/2006/relationships/notesSlide" Target="/ppt/notesSlides/notesSlide7.xml" Id="R7256651177f149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7ACB1-6F93-4504-A5C2-45BA56A7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0"/>
          </a:solidFill>
          <a:ln xmlns:a="http://schemas.openxmlformats.org/drawingml/2006/main" w="0">
            <a:solidFill>
              <a:srgbClr val="0D1C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20A8B-1384-40D4-B1E5-885C53B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a72628e2441e3"/>
          <a:stretch xmlns:a="http://schemas.openxmlformats.org/drawingml/2006/main"/>
        </p:blipFill>
        <p:spPr>
          <a:xfrm xmlns:a="http://schemas.openxmlformats.org/drawingml/2006/main">
            <a:off x="7429500" y="1190625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11219-9B7F-4D5E-819D-04A2914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PANEL PRO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430AA-D1FC-471E-9CB1-D2D1993D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Un panel clar</a:t>
            </a:r>
          </a:p>
          <a:p xmlns:a="http://schemas.openxmlformats.org/drawingml/2006/main">
            <a:pPr algn="l">
              <a:defRPr sz="39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pentru organizația 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72BF5-CB71-478D-8B3C-9348A5C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Ce primești, cum funcționează și ce diferențiază pachetele Standard și Full.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9DD46-0B61-4295-B63A-DE5B0763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Prezentare ofertă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A7346-E63B-408D-8666-7EE02B72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Little Mario</a:t>
            </a:r>
          </a:p>
        </p:txBody>
      </p:sp>
    </p:spTree>
    <p:extLst>
      <p:ext uri="{BB962C8B-B14F-4D97-AF65-F5344CB8AC3E}">
        <p14:creationId xmlns:p14="http://schemas.microsoft.com/office/powerpoint/2010/main" val="1211442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FE1BB-92F2-4E42-BEEE-E58C823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01 · PREZENTARE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3B045-0C0C-44EB-81A0-5750F08C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Tot ce ai nevoie, într-un singur panel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77767-289B-43D7-B68B-B554153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Administrare, comunicare și operațiuni într-o experiență unitară.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96991d5be4e21"/>
          <a:srcRect xmlns:a="http://schemas.openxmlformats.org/drawingml/2006/main" l="0" t="17701" r="0" b="17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48577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CA323-6436-4CCB-9B1D-AD1FEC65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O bază solidă pentru organizații mici, medii și în creștere.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E0724-04F9-422B-838C-3674E920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C11FB-16AB-48DA-BB4C-104757F5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Dashboard și statusul organizației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A155C-A179-48D8-B3E0-57058D7B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5708B-522F-4269-AF46-5903E8A9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Pontaj, cereri și învoiri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2724F-93FC-4A84-965C-1DA67A17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42C26-691D-4184-B814-6EC8838A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Contracte, rapoarte și notificări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9661B-3D5A-46A7-A5B3-0E87D251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7B745-615F-428D-954B-8E80225B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Marketplace, calculator și crafting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EA64A-8C08-47DB-BAF8-00A707B6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272BA-ED8B-493C-B58D-AC3C5A84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38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Asistent și automatizări pentru fluxurile zilnice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D6A84-FA43-47DF-9D05-107C7BC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D0"/>
                </a:solidFill>
                <a:latin typeface="Aptos"/>
                <a:ea typeface="Aptos"/>
                <a:cs typeface="Aptos"/>
              </a:rPr>
              <a:t>PANEL PRO  ·  02</a:t>
            </a:r>
          </a:p>
        </p:txBody>
      </p:sp>
    </p:spTree>
    <p:extLst>
      <p:ext uri="{BB962C8B-B14F-4D97-AF65-F5344CB8AC3E}">
        <p14:creationId xmlns:p14="http://schemas.microsoft.com/office/powerpoint/2010/main" val="247734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E04D0-CDD6-432C-9F05-9ABB6B3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02 · PACHETE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60D1F-519E-4247-9556-2064556A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Standard: esențialul pentru un start rapid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1D99F-ED98-4342-9986-3E205936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O configurație completă, cu un singur server al aplicației albastre.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40EDC-1F00-4256-882B-9A223EC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C30"/>
          </a:solidFill>
          <a:ln xmlns:a="http://schemas.openxmlformats.org/drawingml/2006/main" w="9525">
            <a:solidFill>
              <a:srgbClr val="2341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1FD2D-CCD4-4373-9139-386A495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EC3FA-FF3A-49AB-AD11-8A9EF38A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1 integrare Discord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9D172-B4A1-4BFF-9285-4CCF8B8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Potrivit pentru organizații mici și medii.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46810-809E-4B33-B4C7-BD1D3F6F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74D38-9AAC-4DE6-994E-82A135B8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Maximum 6 roluri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570A3-8185-4210-953B-1088C451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2D5BC-1001-41D1-A32F-EBEBC6C4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Logo, banner și branding de bază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C4677-9AA2-42BA-9E14-256564B7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229D4-B1AA-4806-9437-4AA3C96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Webhook-uri pentru funcțiile principale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0A9C9-211D-4E0E-926E-50A75882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87552-F3D6-4F79-848A-9307D719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Perioadă limitată sau nelimitată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1F3EE-CFC5-47AA-AD2C-2341233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Include modulele de bază: Dashboard, Anunțuri, Pontaj, Cereri, Calculator, Bucătărie, Craft Mechanics, Marketplace, Contracte, Rapoarte și Asistent.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DC401-3BF6-4720-BEDA-B2DF358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Activare pe ID-ul serverului · vouchere unice · reactivare fără pierderea datelor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534F2-A130-4B08-AFBD-1ED3A7AD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428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B2D74-1A4A-4E74-804D-EB60C6A8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Pentru un setup simplu și eficient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13DAE-2B81-4763-876D-00F080C4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D0"/>
                </a:solidFill>
                <a:latin typeface="Aptos"/>
                <a:ea typeface="Aptos"/>
                <a:cs typeface="Aptos"/>
              </a:rPr>
              <a:t>PANEL PRO  ·  03</a:t>
            </a:r>
          </a:p>
        </p:txBody>
      </p:sp>
    </p:spTree>
    <p:extLst>
      <p:ext uri="{BB962C8B-B14F-4D97-AF65-F5344CB8AC3E}">
        <p14:creationId xmlns:p14="http://schemas.microsoft.com/office/powerpoint/2010/main" val="2019171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2F8BD-B323-41AE-99C5-83985439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03 · PACHETE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00726-101A-49BE-ADE0-2CCC02CA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Full: control extins pentru organizații în creștere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99AB9-91E2-4313-8D3D-0E0F61CA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Mai multă flexibilitate, două servere și acces avansat la module.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F82FA-298D-4727-BFA2-8D133E3C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1F37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5C19D-A2AD-4473-94A0-4D237D3F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FULL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DF44F-F828-4E7B-AD23-6091CBBA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2 integrări Discord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99BD0-677D-486B-823D-DB079DCD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Server principal + server secundar.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A0646-D516-4E36-8D4F-5A77F17B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315C4-5C9C-46AC-9D81-C070960A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Roluri nelimitate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A18C6-6BD2-43DA-86BD-BDD91D1D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00A94-C241-47F7-A70A-14B15F9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Webhook-uri separate pentru ambele servere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A55A4-6C40-453A-A82D-2C8C9A16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6C2C2-C598-4537-83E2-91611425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Sincronizare avansată a rolurilor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5A8FA-FFFF-4B1D-AE1F-003BC444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3D698-8596-41B4-9225-CAA2530D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Import și export de configurație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DEDE3-22C4-43B9-ADEE-CBFC7F5B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În plus: acces extins la toate modulele panelului, Marketplace configurabil, audit extins, administrare avansată a membrilor, diagnostic complet și rapoarte extinse.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11002-867D-49C5-8E2B-0852D4F4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Branding complet · automatizări pentru expirare și notificări · extindere fără schimbarea structurii organizației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D4C58-A243-42F9-B27C-8696C8C9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428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BE243-92D9-4BBA-B30F-C67FECB8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482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Pentru operațiuni complexe și scalare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CE2612-0473-474F-A1B4-4A411865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D0"/>
                </a:solidFill>
                <a:latin typeface="Aptos"/>
                <a:ea typeface="Aptos"/>
                <a:cs typeface="Aptos"/>
              </a:rPr>
              <a:t>PANEL PRO  ·  04</a:t>
            </a:r>
          </a:p>
        </p:txBody>
      </p:sp>
    </p:spTree>
    <p:extLst>
      <p:ext uri="{BB962C8B-B14F-4D97-AF65-F5344CB8AC3E}">
        <p14:creationId xmlns:p14="http://schemas.microsoft.com/office/powerpoint/2010/main" val="1180662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0A1DF-9DE8-4AA1-8872-8CAF0690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04 · MODULE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61A1B-A38D-4A38-8B41-504D37E2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Panelul acoperă întregul flux operațional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34541-22E9-494B-9600-98CE18E9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Modulele lucrează împreună, astfel încât informația rămâne într-un singur loc.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ea1f5fab841a6"/>
          <a:srcRect xmlns:a="http://schemas.openxmlformats.org/drawingml/2006/main" l="0" t="15630" r="0" b="156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4476750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96f111a62489b"/>
          <a:srcRect xmlns:a="http://schemas.openxmlformats.org/drawingml/2006/main" l="16565" t="0" r="16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5450" y="2095500"/>
            <a:ext cx="2571750" cy="30003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61DFC-D4CC-4A18-B1FE-7B861C9C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Administrare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EC4AD-6D0C-48CC-B58D-5426EB88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24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Organizații, roluri, membri și acces.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B2C05-AE1E-4213-84B5-82236394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908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Operațiuni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1D318-7143-4F9C-8965-84C8FD5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Pontaj, cereri, contracte și rapoarte.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CB690-AF75-4216-8F52-147C10E3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Resurse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BF33C-339B-4B5C-BDCE-18995B9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243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9FF"/>
                </a:solidFill>
                <a:latin typeface="Aptos"/>
                <a:ea typeface="Aptos"/>
                <a:cs typeface="Aptos"/>
              </a:rPr>
              <a:t>Marketplace, crafting și configurare.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347B6-1E05-41C1-8643-F974EF55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D0"/>
                </a:solidFill>
                <a:latin typeface="Aptos"/>
                <a:ea typeface="Aptos"/>
                <a:cs typeface="Aptos"/>
              </a:rPr>
              <a:t>PANEL PRO  ·  05</a:t>
            </a:r>
          </a:p>
        </p:txBody>
      </p:sp>
    </p:spTree>
    <p:extLst>
      <p:ext uri="{BB962C8B-B14F-4D97-AF65-F5344CB8AC3E}">
        <p14:creationId xmlns:p14="http://schemas.microsoft.com/office/powerpoint/2010/main" val="143373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8EEE5-61F3-4886-A05A-A1E6E98B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05 · ADMINISTRARE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9DEB9-20AE-463E-BF55-6445E725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Datele și accesul rămân sub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BB3AF-0D99-4EC3-8229-8478457B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Funcțiile de administrare sunt gândite pentru continuitate și configurare clară.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CC75C-88B7-4AE3-A481-7DAD8232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15F"/>
          </a:solidFill>
          <a:ln xmlns:a="http://schemas.openxmlformats.org/drawingml/2006/main" w="0">
            <a:solidFill>
              <a:srgbClr val="2341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0233E-C6EF-470C-A46D-55F3BE2B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302A5-FD1A-4E09-AEDB-09A55965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Activare controlată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143C8-7D79-48DE-8C5D-B0386F1C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Vouchere unice, activare pe ID-ul serverului și protecție împotriva reutilizării.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D060C-7951-4B35-9419-2BE3B837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8A2E3-8E11-4FF1-80E0-9F4CEE12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Continuitate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6BE35-B3B6-4E1B-BC8D-1924CE36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Organizația și datele sunt păstrate la expirare, cu statusuri Draft, Activă, Grație și Pauză.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3B3E7-DBA0-4889-B1FD-80AB4835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13F9A-3217-4F01-8441-1F10F01C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Acces pe roluri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701B0-6975-43D0-86F1-84B928A4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Configurare individuală pentru fiecare rol și modul.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E5E86-D270-4C7C-9882-987D9B33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D1D36-05CF-4A79-995C-9D48D77F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10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Asistență și diagnostic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C5B82-1DE9-4C2E-B9FB-783B8E93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91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Asistent, diagnostic complet și notificări pentru expirare.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0E315-249E-4FC7-8E2A-06F24E4B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BD0"/>
                </a:solidFill>
                <a:latin typeface="Aptos"/>
                <a:ea typeface="Aptos"/>
                <a:cs typeface="Aptos"/>
              </a:rPr>
              <a:t>PANEL PRO  ·  06</a:t>
            </a:r>
          </a:p>
        </p:txBody>
      </p:sp>
    </p:spTree>
    <p:extLst>
      <p:ext uri="{BB962C8B-B14F-4D97-AF65-F5344CB8AC3E}">
        <p14:creationId xmlns:p14="http://schemas.microsoft.com/office/powerpoint/2010/main" val="445371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075B8-BD2A-43A2-82AD-AC43AD13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46D40-8BCD-4726-9B5F-3F6C85BA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Alege nivelul potrivit pentru organizația 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6164A-C1B0-4AEF-9ED1-53134AD0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Standard pentru un start rapid. Full pentru control extins și dezvoltare pe termen lung.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DDA2B-E7AE-48F8-87B1-DD4B692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6A959-FAD9-4264-B814-16F33523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STANDARD  ·  1 Discord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0D1A0-4FAC-455C-B8A1-27AF562E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147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3350"/>
          </a:solidFill>
          <a:ln xmlns:a="http://schemas.openxmlformats.org/drawingml/2006/main" w="9525">
            <a:solidFill>
              <a:srgbClr val="55C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9C339-A991-440F-8028-87CCD09B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14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9FF"/>
                </a:solidFill>
                <a:latin typeface="Aptos"/>
                <a:ea typeface="Aptos"/>
                <a:cs typeface="Aptos"/>
              </a:rPr>
              <a:t>FULL  ·  2 Discorduri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7B03D-5DF2-4229-A019-4CDD1338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Little Mario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C1004-1E61-4E3C-B46A-9C98874C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B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BD0"/>
                </a:solidFill>
                <a:latin typeface="Aptos"/>
                <a:ea typeface="Aptos"/>
                <a:cs typeface="Aptos"/>
              </a:rPr>
              <a:t>Prezentare ofertă panel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25db986c84bf8"/>
          <a:stretch xmlns:a="http://schemas.openxmlformats.org/drawingml/2006/main"/>
        </p:blipFill>
        <p:spPr>
          <a:xfrm xmlns:a="http://schemas.openxmlformats.org/drawingml/2006/main">
            <a:off x="9620250" y="4381500"/>
            <a:ext cx="1428750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3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2026-08-08T20:02:41.3780000Z</dcterms:created>
  <dcterms:modified xsi:type="dcterms:W3CDTF">2026-08-08T20:02:41.3780000Z</dcterms:modified>
</coreProperties>
</file>